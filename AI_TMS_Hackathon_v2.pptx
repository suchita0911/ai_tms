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19456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Segoe UI"/>
              </a:rPr>
              <a:t>AI-Powered Training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A5FA"/>
                </a:solidFill>
                <a:latin typeface="Segoe UI"/>
              </a:rPr>
              <a:t>Turn any content — video, audio, PDFs or a link — into assessable training,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Segoe UI"/>
              </a:rPr>
              <a:t>FastAPI · React · PostgreSQL · Claude AI · Whisper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The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Employee training doesn't scale.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Creating courses, distributing them, tracking who completed what, and assessing knowledge is largely manual and time-consuming.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Knowledge is trapped in mixed formats.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Training lives in recorded sessions, videos, PDFs and slide decks — none of it easily turned into structured, testable learning.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Assessments are tedious to build.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Writing quizzes by hand for every course is slow, and it's hard to prove employees actually learned.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Compliance is hard to enforce.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Mandatory training (POSH, safety) needs assignment, reminders, deadlines, tracking and certificates — usually chased over email.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An end-to-end, AI-powered TMS that turns any material into a complete, assessable course.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Ingest anything — upload video, audio, PDF, DOCX, PPTX, or paste a URL.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AI parses it — documents are read; video &amp; audio are transcribed with speech-to-text.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AI builds the quiz — questions are generated strictly from the material, grounded and validated.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Assign &amp; enforce — auto-assign mandatory courses, target teams, send reminders, expire overdue courses.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Track &amp; certify — progress dashboards, pass/fail, and verifiable certificates on completion.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Graceful by design — every AI feature falls back to a deterministic path if the model is unavailable.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Multi-format ingestion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Video, audio, PDF, DOCX, PPTX &amp; web links — all parsed into one knowledge 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011680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AI quiz generation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Balanced questions generated &amp; validated from the source material, per course.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011680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240280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AI course authoring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Generate a full course from just a topic; get trending-course recommendations.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06239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Speech-to-text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Videos &amp; recordings transcribed automatically in the background (Whisper).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977639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977639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206239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Assignment &amp; compliance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Mandatory auto-assign, department/group targeting, reminders, expiry, roles.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977639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3977639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206239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Certificates &amp; reports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Verifiable certificates on pass; analytics on completion &amp; scores.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1 · Admin creates a course and adds material (upload files or paste a link).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2 · The system extracts text from documents and transcribes audio/video in the background.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3 · AI generates a quiz grounded in the combined material; admin reviews &amp; publishes.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4 · Course is assigned — mandatory courses auto-enroll every user; others target teams.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5 · Employees watch videos inline, study the material, and take the quiz.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6 · On passing, a verifiable certificate is issued; progress feeds admin reports.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Reminders fire before the deadline; overdue-incomplete courses expire and are blocked.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AI,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What the AI Does — Per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Add material  →  Whisper transcribes video &amp; audio to text; parsers read PDF/DOCX/PPTX and web links.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Generate quiz  →  Claude writes &amp; validates questions strictly from the material — grounded, never hallucinated.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Create course with AI  →  Claude authors the full course (name, description, content) from just a topic.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Trending courses  →  Claude recommends in-demand topics tailored to a chosen focus area.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F97316"/>
                </a:solidFill>
                <a:latin typeface="Segoe UI"/>
              </a:rPr>
              <a:t>▸  Fallback  →  if the AI key/model is unavailable, each flow degrades to a deterministic path and keeps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Architecture &amp;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Frontend — React + TypeScript + Vite, Tailwind &amp; shadcn/ui, React Query.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Backend — FastAPI with a clean layered design: routers → services → repositories → models.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Database — PostgreSQL via SQLAlchemy; auto-migrating bootstrap.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AI layer — Anthropic Claude + faster-whisper, isolated behind a client with graceful fallbacks.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Auth &amp; security — JWT with email-based login, role-based access (Admin/Employee), optional Microsoft SSO.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Ops — background transcription threads, email + in-app notifications, due-date scheduler.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GROWS WITH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Scalability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Segoe UI"/>
              </a:rPr>
              <a:t>▸  Horizontal — add more machines when more people use it: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–  The website and app servers can run as many copies as needed behind a load balancer.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–  Heavy AI work (video-to-text, quiz making) runs on separate helper machines — add more when busy.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–  The database can add read-only copies to handle lots of report viewing.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Segoe UI"/>
              </a:rPr>
              <a:t>▸  Vertical — give a machine more power when needed: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–  More CPU/RAM to handle more users at once, or a bigger database for more data.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–  A GPU makes video transcription much faster.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F97316"/>
                </a:solidFill>
                <a:latin typeface="Segoe UI"/>
              </a:rPr>
              <a:t>▸  Built to scale: nothing is tied to one server, so we just add machines as the user base grows.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Minutes, not hours — a video or PDF becomes a published, assessed course in a few clicks.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Unlocks existing content — recorded trainings and lectures finally become measurable learning.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Compliance on autopilot — mandatory assignment, reminders, expiry and certificates, no chasing.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Insight — dashboards show completion, scores and gaps across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A5FA"/>
                </a:solidFill>
                <a:latin typeface="Segoe UI"/>
              </a:rPr>
              <a:t>AI-Powered Training Management System  —  any content in, capable teams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